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0b7d11ec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0b7d11ec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0b7d11ec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0b7d11ec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0b7d11ec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0b7d11ec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lide_1_cv_sche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88" y="0"/>
            <a:ext cx="892702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slide_2_accuracy_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slide_3_methods_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2810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slide_4_rationa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773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