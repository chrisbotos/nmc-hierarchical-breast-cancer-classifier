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e0b7d11ec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e0b7d11ec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0b7d11ec8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e0b7d11ec8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e0b7d11ec8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e0b7d11ec8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lide_1_cv_schem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488" y="0"/>
            <a:ext cx="8927027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slide_2_accuracy_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2400"/>
            <a:ext cx="8633247" cy="4991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5"/>
          <p:cNvPicPr preferRelativeResize="0"/>
          <p:nvPr/>
        </p:nvPicPr>
        <p:blipFill rotWithShape="1">
          <a:blip r:embed="rId4">
            <a:alphaModFix/>
          </a:blip>
          <a:srcRect b="0" l="3153" r="58253" t="0"/>
          <a:stretch/>
        </p:blipFill>
        <p:spPr>
          <a:xfrm>
            <a:off x="2688100" y="-25"/>
            <a:ext cx="1644649" cy="1550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" name="Google Shape;66;p15"/>
          <p:cNvCxnSpPr/>
          <p:nvPr/>
        </p:nvCxnSpPr>
        <p:spPr>
          <a:xfrm flipH="1" rot="10800000">
            <a:off x="4438388" y="665525"/>
            <a:ext cx="1914000" cy="10800"/>
          </a:xfrm>
          <a:prstGeom prst="straightConnector1">
            <a:avLst/>
          </a:prstGeom>
          <a:noFill/>
          <a:ln cap="flat" cmpd="sng" w="76200">
            <a:solidFill>
              <a:srgbClr val="0000FF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7" name="Google Shape;67;p15"/>
          <p:cNvPicPr preferRelativeResize="0"/>
          <p:nvPr/>
        </p:nvPicPr>
        <p:blipFill rotWithShape="1">
          <a:blip r:embed="rId4">
            <a:alphaModFix/>
          </a:blip>
          <a:srcRect b="0" l="3153" r="91747" t="85855"/>
          <a:stretch/>
        </p:blipFill>
        <p:spPr>
          <a:xfrm>
            <a:off x="3087875" y="-25"/>
            <a:ext cx="209175" cy="152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/>
          <p:cNvPicPr preferRelativeResize="0"/>
          <p:nvPr/>
        </p:nvPicPr>
        <p:blipFill rotWithShape="1">
          <a:blip r:embed="rId5">
            <a:alphaModFix/>
          </a:blip>
          <a:srcRect b="8567" l="15917" r="0" t="0"/>
          <a:stretch/>
        </p:blipFill>
        <p:spPr>
          <a:xfrm>
            <a:off x="6885550" y="0"/>
            <a:ext cx="2258450" cy="155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 rotWithShape="1">
          <a:blip r:embed="rId5">
            <a:alphaModFix/>
          </a:blip>
          <a:srcRect b="20849" l="0" r="0" t="0"/>
          <a:stretch/>
        </p:blipFill>
        <p:spPr>
          <a:xfrm>
            <a:off x="6458025" y="-25"/>
            <a:ext cx="2685975" cy="134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 rotWithShape="1">
          <a:blip r:embed="rId5">
            <a:alphaModFix/>
          </a:blip>
          <a:srcRect b="0" l="17939" r="0" t="0"/>
          <a:stretch/>
        </p:blipFill>
        <p:spPr>
          <a:xfrm>
            <a:off x="6939925" y="-25"/>
            <a:ext cx="2204100" cy="16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slide_4_rationa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7735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